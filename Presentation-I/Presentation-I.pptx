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DATABASE MANAGEMENT SYSTEMS (DBMS) COURSE PROJECT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</a:defRPr>
            </a:pPr>
            <a:r>
              <a:t>IT Helpdesk &amp; Asset Support</a:t>
            </a:r>
            <a:br/>
            <a:r>
              <a:t>Management System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Presentation-I: Problem Description, Domain Context, Objectives &amp; Scope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STUDENT DETAILS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Md Aali Rahman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Roll Number: 25WU0102156</a:t>
            </a:r>
            <a:br/>
            <a:r>
              <a:t>Section: AIML Panthers | Year: 2026</a:t>
            </a:r>
            <a:br/>
            <a:r>
              <a:t>Woxsen University, School of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4572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ACADEMIC MENTORSHIP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Faculty Guide: Dr. Kiranmayee Adavala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Department: Computer Science &amp; Engineering</a:t>
            </a:r>
            <a:br/>
            <a:r>
              <a:t>Course Code: DBMS Course Project</a:t>
            </a:r>
            <a:br/>
            <a:r>
              <a:t>Database: MySQL 8.0+ / 9.x Relational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INDUSTRY BACKGROUND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IT Service Operations &amp; Existing Operational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ENTERPRISE CONTEXT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Modern IT Infrastructure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Educational institutions and enterprises deploy hundreds of diverse computing assets (workstations, laptops, network routers, monitors).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Continuous IT support requests are raised daily by faculty, administrative personnel, researchers, and students.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Operations require coordination between multi-tiered support staff, hardware inventory, and manufacturer warranties.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CURRENT DEFICIENCIES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Fragmented Management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Widespread reliance on unstructured emails, spreadsheets, and informal communication.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Tickets are frequently lost, delayed, or untracked across busy technical shifts.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Lack of clear technician assignment leads to duplicate efforts or unattended high-priority outages.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Hardware movements occur without updating user ownership or warranty expiries.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CORE PROBLEM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Formal Problem Statement &amp; Academic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PROBLEM FORMULATION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The Core Challenge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The absence of a centralized, normalized relational database for IT service operations causes severe data redundancy, inconsistent state lifecycles, and untracked financial repair costs.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Manual spreadsheets lack ACID compliance, fail to enforce foreign key referential integrity, and provide zero immutable audit trails for ticket status changes.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There is no structured differentiation between unplanned incident disruptions and routine service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ADVERSE CONSEQUENCES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Impact on Organizations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High Average Time to Resolution (MTTR) due to lost ticket history.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Financial leakage from paying out-of-pocket for equipment repairs that are covered under valid manufacturer warranties.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Zero visibility into department-wise IT resource consumption and technician workloads.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Compromised audit compliance and operational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PROPOSED SOLUTION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Centralized MySQL IT Helpdesk &amp; Asset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RELATIONAL CENTRALIZATION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Unified Relational Model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Engineered with a 14-table Third Normal Form (3NF) relational database in MySQL 8.0+ / 9.x.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Enforces strict referential integrity with ON DELETE RESTRICT, CASCADE, and SET NULL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Eliminates data redundancy across departments, users, assets, categories, and technicians.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ARCHITECTURAL PILLARS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Functional Subsystems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Decoupled Ticketing Architecture: Clear subtype classification into Incidents vs Service Requests.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Hardware Lifecycle &amp; Warranty Engine: Asset tagging, serial number tracking, and maintenance cost logging.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Immutable Status Audit Trail: Automatic timestamped tracking of all ticket status progressions.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Multi-tier Access &amp; Interactive Interfaces: Both terminal CLI and responsive modern web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TARGET GOALS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SMART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OBJECTIVE 1 &amp; 2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Ticketing &amp; Auditing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Centralize Support Queues: Standardize ticket logging across 5 severity levels and 5 operational categories.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Immutable Status Audit Logs: Record every status change (Open -&gt; In Progress -&gt; Resolved -&gt; Closed) in status_histories with exact timestamps.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OBJECTIVE 3 &amp; 4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Assets &amp; Integrity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Asset &amp; Warranty Linkage: Map physical equipment to custodians, warranty expiration schedules, and maintenance expenses.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Strict Relational Integrity: Enforce primary keys, unique constraints, and foreign keys across all 14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OBJECTIVE 5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Demonstration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Working Demonstration: Deliver a fully functional Python interface directly connected to MySQL with verified CRUD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BOUNDARY DEFINITION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Scope of the System &amp; Operational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IN-SCOPE MODULES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System Boundaries (In-Scope)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Department and user master records with unique corporate emails.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Ticket lifecycle management: categorization, prioritization, assignment.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Specialized subtype tracking for Incidents vs Service Requests.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Asset inventory with unique asset tags, serial numbers, and warranty contracts.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Maintenance expense tracking and total cost calculation per department.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Relational reporting: JOIN queries, aggregate workloads, audit timelines.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OUT-OF-SCOPE ELEMENTS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Explicit Exclusions (Out-of-Scope)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Commercial payment gateway processing (maintenance costs are accounting logs).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Automated machine learning ticket auto-triage (reserved for future work).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Direct hardware telemetric scanning or IoT board firmware flashing.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Public open internet self-registration (user directory is managed by IT admin).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STAKEHOLDER ANALYSIS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Users, Roles &amp; System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ROLE 1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End-Users (Employees &amp; Students)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Raise new support tickets with titles, descriptions, categories, and priorities.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Specify whether the request is an Incident or a Service Request.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Track real-time progress and view chronological status audit trails.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View personal allocated hardware assets and warranty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ROLE 2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IT Support Staff (Technicians)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Inspect assigned tickets filtered by technical specialization.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Update ticket status from Open to In Progress and record work notes.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Log official resolution narratives upon successful issue remediation.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Review asset maintenance history and warranty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ROLE 3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IT Helpdesk Administrators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Oversee queue metrics, active tickets, and technician workload balances.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Register new hardware assets, warranty contracts, and vendors.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Log maintenance repair invoices and generate cost reports.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Maintain departments, users, categories, and system priorities.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SOFTWARE ENGINEERING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Functional Requirements (FR1 - FR7)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FR1 - FR3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Ticketing &amp; Workflow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FR1 (Ticket Creation): Users create tickets with unique ticket_no, category, priority, and subtype classification.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FR2 (Technician Assignment): Administrators assign pending tickets to specialized support staff.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FR3 (Status Lifecycle): System logs every state change into status_histories with old/new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FR4 - FR5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Resolution &amp; Inventory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FR4 (Ticket Resolution): Technicians record resolution descriptions and timestamps with unique 1:1 enforcement.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FR5 (Asset Tracking): Hardware assets cataloged with unique asset_tag, serial_no, custodian user, and warranty.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6836" y="1463040"/>
            <a:ext cx="3393338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FR6 - FR7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Maintenance &amp; Reporting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FR6 (Maintenance Logging): Record asset repair dates, descriptions, and expenses with non-negative check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FR7 (Relational Reporting): Provide multi-table JOINs, workload summaries, and audit trail extractions.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VALUE PROPOSITION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Expected Operational Benefits &amp; Institutional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OPERATIONAL EFFICIENCY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Streamlined Support Workflows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Faster Issue Turnaround: Eliminates lost tickets and clarifies technician ownership.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Automated Accountability: Complete audit trails deter bottlenecks and track resolution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Reduced Duplicate Work: Structured search and categorization prevent duplicate ticket filings.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RESOURCE OPTIMIZATION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Hardware &amp; Financial Control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Zero Lost Equipment: Accurate asset-to-user mappings prevent misplaced or unreturned laptops.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Warranty Protection: Automated visibility into vendor warranty dates prevents paying for covered repairs.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Budget Forecasting: Departmental maintenance reports highlight recurring equipment failures.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SUMMARY &amp; MILESTONES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Review 1 Conclusion &amp; Academic Road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Presentation-I: Problem Description |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REVIEW 1 ACCOMPLISHMENTS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Requirements Formulated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Comprehensive problem analysis and stakeholder identification completed.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Clear boundaries and functional requirements (FR1 - FR7) established.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Conceptual relational entities identified for 14 tables in 3rd Normal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SUBSEQUENT EVALUATION PHASES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Presentation-II &amp; III Road Map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Presentation-II Deliverables: Complete MySQL DDL schema, 55 relational seed records, ER diagram, and analytical queries.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Presentation-III Deliverables: Live working user interface connected to MySQL demonstrating real-time INSERT, DELETE, and VIEW operations.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Final Project Report: Comprehensive 16-chapter academic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