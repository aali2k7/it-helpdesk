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10362895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4484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DATABASE MANAGEMENT SYSTEMS (DBMS) COURSE PROJECT</a:t>
            </a:r>
          </a:p>
          <a:p>
            <a:pPr>
              <a:spcAft>
                <a:spcPts val="1400"/>
              </a:spcAft>
              <a:defRPr sz="3200" b="1">
                <a:solidFill>
                  <a:srgbClr val="0F172A"/>
                </a:solidFill>
              </a:defRPr>
            </a:pPr>
            <a:r>
              <a:t>IT Helpdesk &amp; Asset Support</a:t>
            </a:r>
            <a:br/>
            <a:r>
              <a:t>Management System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Presentation-III: Live User Interface Demonstration &amp; MySQL Relational CRUD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114800"/>
            <a:ext cx="4389120" cy="164592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STUDENT DETAILS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Md Aali Rahman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Roll Number: 25WU0102156</a:t>
            </a:r>
            <a:br/>
            <a:r>
              <a:t>Section: AIML Panthers | Serial No: 39</a:t>
            </a:r>
            <a:br/>
            <a:r>
              <a:t>Slot: Wednesday, 7 October 2026 | 9:30 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114800"/>
            <a:ext cx="4572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ACADEMIC MENTORSHIP</a:t>
            </a:r>
          </a:p>
          <a:p>
            <a:pPr>
              <a:defRPr sz="1500" b="1">
                <a:solidFill>
                  <a:srgbClr val="0F172A"/>
                </a:solidFill>
              </a:defRPr>
            </a:pPr>
            <a:r>
              <a:t>Faculty Guide: Dr. Kiranmayee Adavala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Department: Computer Science &amp; Engineering</a:t>
            </a:r>
            <a:br/>
            <a:r>
              <a:t>Institution: Woxsen University, School of Technology</a:t>
            </a:r>
            <a:br/>
            <a:r>
              <a:t>Live Stack: MySQL + Python Flask + Vanilla SPA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PROBLEM CONTEXT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Enterprise IT Support &amp; Asset Tracking Dilemma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IT Helpdesk &amp; Asset Support Management System | Presentation-III: Live UI &amp; Database Demo | Slide 2 of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2716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D97706"/>
                </a:solidFill>
              </a:defRPr>
            </a:pPr>
            <a:r>
              <a:t>OPERATIONAL BOTTLENECKS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Fragmented Channels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Enterprises manage hundreds of devices and support requests via chaotic emails and spreadsheets.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Untracked tickets lead to missed SLAs and zero technician accountability.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Hardware relocations occur without updating ownership or tracking warranty expiries.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Lack of immutable audit logging leads to untracked status modifications.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463040"/>
            <a:ext cx="522716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RELATIONAL SOLUTION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Normalized Database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A centralized MySQL 8.0+ relational back-end (it_helpdesk) enforcing 3NF normalization.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Clear subtype separation into Incidents vs Service Requests.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Complete audit trail of status progressions and technician assignments.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Real-time responsive web UI connected to MySQL demonstrating live CRUD.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PROJECT GOALS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Objectives &amp; Scope of Presentation-III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IT Helpdesk &amp; Asset Support Management System | Presentation-III: Live UI &amp; Database Demo | Slide 3 of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2716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CORE OBJECTIVES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Core System Objectives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Deliver a fully working User Interface connected directly to MySQL (no mock data).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Demonstrate real-time INSERT of ticket records reflected in database tables.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Demonstrate permanent DELETION of records with referential cascade.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Demonstrate multi-table VIEW of records with dynamic filtering and audit timelines.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463040"/>
            <a:ext cx="522716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TECHNICAL SCOPE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Scope &amp; Verified Deliverables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14 Relational tables managed with foreign key cascades and restrict constraints.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Live system health monitoring with active connection verification.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Interactive 3D database visualizer inspecting schema nodes and relationships.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SQL verification playground executing live analytical queries for faculty.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SCHEMA ARCHITECTURE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Database Architecture &amp; 3NF Relational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IT Helpdesk &amp; Asset Support Management System | Presentation-III: Live UI &amp; Database Demo | Slide 4 of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2716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SCHEMA STRUCTURE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14 Normalized Tables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Master Entities: departments, users, categories, priorities, support_staff, warranties.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Operational Entities: assets, tickets, incidents, service_requests, assignments.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Audit &amp; Service Entities: status_histories, resolutions, maintenance.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Storage Engine: MySQL InnoDB with ACID transaction support and foreign keys.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463040"/>
            <a:ext cx="522716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INTEGRITY CONSTRAINTS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Enforced Relational Rules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ON DELETE RESTRICT: departments -&gt; users, categories -&gt; tickets, priorities -&gt; tickets.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ON DELETE CASCADE: tickets -&gt; incidents, service_requests, assignments, status_histories, resolutions.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ON DELETE SET NULL: users -&gt; assets, warranties -&gt; assets.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CHECK constraints on priority levels (1-5), status enums, and positive maintenance costs.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TECHNOLOGY ARCHITECTURE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Full-Stack System Architecture &amp; Decoupled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IT Helpdesk &amp; Asset Support Management System | Presentation-III: Live UI &amp; Database Demo | Slide 5 of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2716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BACK-END &amp; DATABASE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MySQL &amp; Python REST API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Database Server: MySQL 8.0+ / 9.x running locally on port 3306.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Driver: mysql-connector-python with parameterized queries (zero SQL injection).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Backend: Python Flask REST API server exposing CRUD endpoints.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Transaction Management: Explicit autocommit=False with atomic commits and rollbacks.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463040"/>
            <a:ext cx="522716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FRONT-END PRESENTATION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Modern Single-Page Application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Vanilla HTML5 / CSS3 / ES6+ JavaScript client using the native Fetch API.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Zero heavy frontend framework dependencies for high performance.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Three.js 3D WebGL database relationship visualizer.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Live SQL verification playground for faculty evaluation.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UI ARCHITECTURE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Operational Command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IT Helpdesk &amp; Asset Support Management System | Presentation-III: Live UI &amp; Database Demo | Slide 6 of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21792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00200"/>
            <a:ext cx="59436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223760" y="1463040"/>
            <a:ext cx="4236415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OPERATION HIGHLIGHTS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• Real-time MySQL connectivity pill: ● MySQL Connected (it_helpdesk).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• Dynamic aggregate counters: Total Tickets, Open vs Resolved, Hardware Assets, Users, Maintenance Spend.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• Interactive 3D database visualizer mapping tables and relationships.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• Live quick-action shortcuts to create tickets, view queues, and run SQL queries.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CRUD OPERATION 1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VIEW: Multi-Table Relational Ticket 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IT Helpdesk &amp; Asset Support Management System | Presentation-III: Live UI &amp; Database Demo | Slide 7 of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21792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ickets-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00200"/>
            <a:ext cx="59436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223760" y="1463040"/>
            <a:ext cx="4236415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OPERATION HIGHLIGHTS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• Executes multi-table SQL JOIN across tickets, users, departments, categories, and priorities.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• Dynamic filtering by Status, Category, and Subtype (Incident vs Service Request).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• Real-time search across ticket number, title, requester name, and category.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• Detail modal displays full relational graph: requester details, assigned technicians, and chronological status history.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CRUD OPERATION 2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INSERT: Form-Driven Record Creation &amp; Subtyping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IT Helpdesk &amp; Asset Support Management System | Presentation-III: Live UI &amp; Database Demo | Slide 8 of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21792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icket-insert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00200"/>
            <a:ext cx="59436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223760" y="1463040"/>
            <a:ext cx="4236415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OPERATION HIGHLIGHTS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• Dynamic foreign key dropdowns populated from live database tables.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• Automated sequential ticket tracking number generation (TKT-006).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• Atomic multi-table transaction inserting into tickets, subtypes (incidents/service_requests), and status_histories.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• Immediate UI reflection: new row appears instantly in the table without page reload.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CRUD OPERATION 3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DELETE: Permanent Removal with Foreign Key Cascades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IT Helpdesk &amp; Asset Support Management System | Presentation-III: Live UI &amp; Database Demo | Slide 9 of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21792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icket-before-dele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00200"/>
            <a:ext cx="59436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223760" y="1463040"/>
            <a:ext cx="4236415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OPERATION HIGHLIGHTS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• Confirmation dialog displaying exact record ID prevents accidental deletions.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• Executes DELETE FROM tickets WHERE ticket_id = %s directly in MySQL.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• ON DELETE CASCADE automatically purges sub-entities without leaving orphan rows.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• ON DELETE RESTRICT safely protects users and categories with active dependencies.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INTEGRITY VERIFICATION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Live Database Persistence &amp; Refresh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IT Helpdesk &amp; Asset Support Management System | Presentation-III: Live UI &amp; Database Demo | Slide 10 of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21792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tabase-conn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00200"/>
            <a:ext cx="59436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223760" y="1463040"/>
            <a:ext cx="4236415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OPERATION HIGHLIGHTS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• State persistence verified across browser refreshes (Cmd+R / F5).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• Direct terminal verification via MySQL client confirms record existence in InnoDB storage.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• Zero mock data, fake arrays, or localStorage used — 100% real database transactions.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• Demonstrates end-to-end ACID consistency.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QUALITY ASSURANCE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Automated DBMS Test Suite Execution (TC01 - TC10)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IT Helpdesk &amp; Asset Support Management System | Presentation-III: Live UI &amp; Database Demo | Slide 11 of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2716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CORE CRUD TEST CASES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CRUD &amp; Persistence Tests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TC01: Database Connection to MySQL — PASS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TC02: View Tickets Relational Query — PASS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TC03: Insert New Ticket Record — PASS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TC04: Refresh &amp; Persistence Verification — PASS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TC05: Delete Ticket from MySQL — PASS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TC06: Refresh After Delete (Remains Absent) — PASS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463040"/>
            <a:ext cx="522716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CONSTRAINT TESTS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Relational Constraints &amp; Error Handling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TC07: Form Input Validation (Missing Required Fields) — PASS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TC08: Unique Constraint Enforcement (Duplicate Email) — PASS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TC09: Foreign Key Deletion Violation (RESTRICT) — PASS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TC10: MySQL Offline Error Handling (Safe User Message) — PASS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Overall Test Result: 10/10 Test Scenarios Passed (100% Success Rate)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SUMMARY &amp; FUTURE SCOPE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Conclusion &amp; Future System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IT Helpdesk &amp; Asset Support Management System | Presentation-III: Live UI &amp; Database Demo | Slide 12 of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2716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SUMMARY OF OUTCOMES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Presentation-III Accomplishments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Successfully delivered an enterprise-grade IT Helpdesk and Asset Support Management System.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Live MySQL database connectivity verified with real-time INSERT, DELETE, and VIEW operations.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Strict 3NF normalization and foreign key integrity constraints maintained throughout.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All official presentation requirements fulfilled.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463040"/>
            <a:ext cx="522716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FUTURE ROADMAP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Future Enhancements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Automated SLA escalation triggers and email notification webhooks.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Multi-factor authentication (MFA) and Role-Based Access Control (RBAC).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Predictive hardware maintenance forecasting using machine learning models on servicing history.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