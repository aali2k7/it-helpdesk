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DATABASE MANAGEMENT SYSTEMS (DBMS) COURSE PROJECT</a:t>
            </a:r>
          </a:p>
          <a:p>
            <a:pPr>
              <a:spcAft>
                <a:spcPts val="1400"/>
              </a:spcAft>
              <a:defRPr sz="3200" b="1">
                <a:solidFill>
                  <a:srgbClr val="0F172A"/>
                </a:solidFill>
              </a:defRPr>
            </a:pPr>
            <a:r>
              <a:t>IT Helpdesk &amp; Asset Support</a:t>
            </a:r>
            <a:br/>
            <a:r>
              <a:t>Management System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Presentation-II: Relational Schema Design, 3NF Normalization, ER Diagram &amp; SQL Query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114800"/>
            <a:ext cx="438912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STUDENT DETAILS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Md Aali Rahman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Roll Number: 25WU0102156</a:t>
            </a:r>
            <a:br/>
            <a:r>
              <a:t>Section: AIML Panthers | Year: 2026</a:t>
            </a:r>
            <a:br/>
            <a:r>
              <a:t>Woxsen University, School of Technology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4572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ACADEMIC MENTORSHIP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Faculty Guide: Dr. Kiranmayee Adavala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Department: Computer Science &amp; Engineering</a:t>
            </a:r>
            <a:br/>
            <a:r>
              <a:t>Database Engine: MySQL 8.0+ / 9.x (InnoDB)</a:t>
            </a:r>
            <a:br/>
            <a:r>
              <a:t>Evaluated Deliverables: DDL, Seed DML, ERD, Queries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SYSTEM ARCHITECTURE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Problem Recap &amp; Relational Database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Presentation-II: Schema Implementation &amp; SQL Queries | Slide 2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CORE PROBLEM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IT Service Coordination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Manual, email-driven support causes lost tickets, delayed resolutions, and missing asset records.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No relational correlation between hardware equipment, warranties, and cumulative maintenance costs.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Need for a robust relational back-end to enforce data consistency and historical audit trails.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DATABASE SCOPE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Centralized it_helpdesk Schema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Centralized MySQL relational database managing 14 distinct tables in 3rd Normal Form (3NF).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Dual-path ticket classification: Incidents (faults) and Service Requests (access &amp; allocations).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Full lifecycle tracking with assignments, status histories, and resolution logging.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ENGINEERING GOALS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Relational Database Design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Presentation-II: Schema Implementation &amp; SQL Queries | Slide 3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INTEGRITY &amp; RELIABILITY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Data Governance Objectives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Eliminate Data Redundancy: Apply 1NF, 2NF, and 3NF across all entities to achieve single-source data storage.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Enforce Referential Integrity: Implement foreign key actions (RESTRICT, CASCADE, SET NULL) matching real-world lifecycle semantics.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Domain Constraints: Enforce CHECK constraints on priority levels (1-5), status enums, and non-negative maintenance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PERFORMANCE &amp; AUDITING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Analytical &amp; Operational Goals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Audit Trail Accountability: Automatically capture old vs new states with timestamps in status_histories.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High-Performance Queries: Support multi-table JOINs and GROUP BY aggregation for technician workloads and expenditure.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Production Readiness: Ensure InnoDB ACID compliance and crash resilience.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CONCEPTUAL MODEL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Entity-Relationship (ER) Diagram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Presentation-II: Schema Implementation &amp; SQL Queries | Slide 4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45920"/>
            <a:ext cx="731520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645920"/>
            <a:ext cx="2743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KEY RELATIONSHIPS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14 Entities in 3NF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14 Foreign Key relations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departments 1:N users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users 1:N tickets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tickets 1:1 incidents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tickets 1:1 service_requests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tickets 1:1 resolutions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tickets 1:N assignments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tickets 1:N status_histories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assets 1:N maintenance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PHYSICAL SCHEMA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Relational Schema Architecture (14 Tables)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Presentation-II: Schema Implementation &amp; SQL Queries | Slide 5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CORE MASTER TABLES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Master &amp; Reference Tables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departments(department_id PK, name UNIQUE, location)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users(user_id PK, name, email UNIQUE, department_id FK)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categories(category_id PK, name UNIQUE, description)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priorities(priority_id PK, name UNIQUE, level CHECK)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support_staff(staff_id PK, name, email UNIQUE, specialization)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warranties(warranty_id PK, start_date, end_date, provider)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OPERATIONAL &amp; TRANSACTIONAL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Transactional &amp; Audit Tables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assets(asset_id PK, asset_tag, serial_no, user_id FK, category_id FK, warranty_id FK)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tickets(ticket_id PK, ticket_no UNIQUE, user_id FK, category_id FK, priority_id FK, status)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incidents(ticket_id PK/FK, incident_type)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service_requests(ticket_id PK/FK, request_type)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assignments(assignment_id PK, ticket_id FK, staff_id FK, assigned_at)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status_histories(history_id PK, ticket_id FK, old_status, new_status, changed_at)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resolutions(resolution_id PK, ticket_id FK UNIQUE, description, resolved_at)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maintenance(maintenance_id PK, asset_id FK, maintenance_date, cost, description)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REFERENTIAL INTEGRITY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Foreign Key Semantics &amp; Cascading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Presentation-II: Schema Implementation &amp; SQL Queries | Slide 6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RESTRICT ACTIONS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Master Data Protection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departments -&gt; users (ON DELETE RESTRICT): Prevents deleting a department while active employees exist.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categories -&gt; tickets / assets (ON DELETE RESTRICT): Protects operational categories from accidental deletion.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priorities -&gt; tickets (ON DELETE RESTRICT): Guarantees priority integrity for active queues.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support_staff -&gt; assignments (ON DELETE RESTRICT): Preserves technician service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CASCADE &amp; SET NULL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Lifecycle Synchronized Rules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tickets -&gt; incidents / service_requests / assignments / status_histories / resolutions (ON DELETE CASCADE): Deleting a ticket cleanly purges sub-entities without leaving orphan rows.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assets -&gt; maintenance (ON DELETE CASCADE): Removing an asset purges historical maintenance receipts.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users -&gt; assets (ON DELETE SET NULL): Removing an employee safely unassigns hardware back into general inventory.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DATABASE THEORY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Normalization Analysis (1NF to 3NF)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Presentation-II: Schema Implementation &amp; SQL Queries | Slide 7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1NF &amp; 2NF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First &amp; Second Normal Form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1NF (First Normal Form): All table attributes are atomic. No multi-valued attributes, comma-separated lists, or repeating groups. Every column has defined scalar data types.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2NF (Second Normal Form): Satisfies 1NF, and all non-key attributes are fully functionally dependent on the entire primary key. Composite keys eliminated in favor of surrogate integer PKs, preventing partial functional dependencies.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3NF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Third Normal Form Compliance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3NF (Third Normal Form): Satisfies 2NF and eliminates all transitive functional dependencies (X -&gt; Y and Y -&gt; Z).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Departments are decoupled from users (users store only department_id, not department location).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Warranties are isolated into a separate entity (assets store warranty_id rather than repeating provider and dates).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Categories and priorities are independent reference tables.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IMPLEMENTATION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Data Definition Language (DDL)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Presentation-II: Schema Implementation &amp; SQL Queries | Slide 8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SCHEMA CONSTRUCTION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Table Creation &amp; Data Types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Engineered with MySQL InnoDB storage engine for transactional safety and row-level locking.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Character set configured to utf8mb4 with utf8mb4_unicode_ci collation for universal Unicode text support.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AUTO_INCREMENT surrogate primary keys for high-efficiency B-Tree indexing.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Appropriate sizing: VARCHAR(100), VARCHAR(150), TEXT for narratives, TIMESTAMP for audit precision.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CONSTRAINTS ENFORCEMENT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DDL Constraints Verification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CHECK (level BETWEEN 1 AND 5) on table priorities.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CHECK (status IN ('Open', 'In Progress', 'Pending', 'Resolved', 'Closed', 'Cancelled')) on table tickets.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CHECK (end_date &gt;= start_date) on table warranties.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CHECK (cost &gt;= 0) on table maintenance.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UNIQUE constraints on emails, ticket numbers, asset tags, and serial numbers.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DATA MANIPULATION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DML Seed Dataset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Presentation-II: Schema Implementation &amp; SQL Queries | Slide 9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SEED DATASET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55 Relational Seed Records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Structured seed dataset in seed.sql establishing realistic operational baseline across 14 tables.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4 Departments: Engineering, Human Resources, Finance, Marketing.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5 Registered Corporate Users across all departments.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5 Ticket Categories &amp; 4 Priority Levels (Low, Medium, High, Critical).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4 Support Staff Technicians with distinct specializations (Network, Hardware, Software, IAM).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REFERENTIAL LINKING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Integrated Relational Records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4 Manufacturer Warranties (Dell ProSupport, AppleCare, Lenovo Premier, HP Care Pack).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5 Computing Assets linked to user custodians and warranty providers.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5 Base Tickets spanning Incidents and Service Requests with initial status histories.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Active technician assignments and recorded maintenance repairs.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QUERY OPTIMIZATION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Representative SELECT &amp; Multi-Table JOIN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Presentation-II: Schema Implementation &amp; SQL Queries | Slide 10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RELATIONAL JOINS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Multi-Table Ticket Queue Query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Joins tickets, users, departments, categories, priorities, incidents, and service_requests.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Utilizes CASE expressions to determine ticket subtype dynamically (Incident vs Service Request).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Extracts human-readable status queues ordered by priority level descending.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Preserves NULL values using LEFT OUTER JOINs for unassigned subtypes.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AGGREGATE ANALYTICS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Workload &amp; Expenditure Aggregation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Technician Workload Query: Uses GROUP BY with COUNT and conditional SUM(CASE...) to calculate active vs resolved tickets per engineer.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Department Maintenance Spend: Aggregates total equipment repair cost per department using SUM(m.cost) and FORMAT().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Status Distribution: Calculates real-time percentage distribution across ticket lifecycle states.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EVALUATION REVIEW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Presentation-II Assigned Viva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Presentation-II: Schema Implementation &amp; SQL Queries | Slide 11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EVALUATION STATUS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Assigned Query Notice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During Presentation-II evaluation, each learner was assigned a specific SQL problem statement to solve live.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The official template in Presentation-II/Presentation-II-Query-Solution.sql archives the query, explanation, and output.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Repository status: Ready for student viva query parameters as reviewed by faculty.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System provides the live SQL Execution Playground to test and demonstrate any complex query.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CORE PROBLEM PATTERN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Analytical Helpdesk Requirements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Focuses on multi-table joins combining operational tickets with technician workloads.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Filtering on date ranges, ticket statuses, or departmental asset allocations.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Demonstrates aggregate grouping (GROUP BY) and conditional aggregation (HAVING).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QUERY EXECUTION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Query Output Verification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Presentation-II: Schema Implementation &amp; SQL Queries | Slide 12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LIVE EXECUTION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Verified Database Output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Technician Workload Summary Output: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• Sneha Rao (Network &amp; Security): 1 Total, 1 Active, 0 Completed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• Karan Malhotra (Hardware &amp; Peripherals): 2 Total, 2 Active, 0 Completed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• Amit Joshi (OS &amp; Software): 1 Total, 1 Active, 0 Completed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• Divya Nair (IAM): 1 Total, 0 Active, 1 Completed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COST OUTPUT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Departmental Maintenance Spend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• Finance &amp; Accounts: 1 Asset | $1,200.00 Maintenance Spent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• Engineering: 2 Assets | $750.00 Maintenance Spent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• Marketing &amp; Sales: 1 Asset | $450.00 Maintenance Spent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• Human Resources: 1 Asset | $0.00 Maintenance Spent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SYSTEM SUMMARY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Database Architecture Metrics &amp; Implementation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Presentation-II: Schema Implementation &amp; SQL Queries | Slide 13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SCHEMA METRICS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14 Normalized Tables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Tables: departments, users, categories, priorities, support_staff, warranties, assets, tickets, incidents, service_requests, assignments, status_histories, resolutions, maintenance.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Relationships: 14 Foreign Keys enforcing strict referential integrity.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Constraints: 4 Domain CHECK constraints, 8 UNIQUE constraints, 14 Primary Keys.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STORAGE &amp; ENGINE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MySQL InnoDB Implementation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55 Relational seed records ensuring immediate operational verification.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Terminal CLI interface implemented in main.py (--cli mode) with full tabular views.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Live MySQL connectivity verified on port 3306.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CONCLUSION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Presentation-II Conclusion &amp; Transition to UI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IT Helpdesk &amp; Asset Support Management System | Presentation-II: Schema Implementation &amp; SQL Queries | Slide 14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MILESTONES ACHIEVED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Presentation-II Deliverables Finalized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Robust, 3NF-compliant relational database fully implemented in MySQL.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Complete DDL schema (schema.sql) and seed dataset (seed.sql) operational.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Interactive ER diagram and high-resolution exports generated.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Analytical SQL queries tested and documented.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227167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NEXT PHASE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Presentation-III (UI Demonstration)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Development of interactive Web User Interface connected to MySQL.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Live demonstration of INSERT, DELETE, and VIEW operations with real-time database reflection.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Preparation of complete 16-chapter Project Report PDF.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